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1A3C6D"/>
                </a:solidFill>
                <a:latin typeface="Microsoft YaHei"/>
              </a:defRPr>
            </a:pPr>
            <a:r>
              <a:t>Python基础编程入门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3291840"/>
            <a:ext cx="3931920" cy="381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B7AC2"/>
                </a:solidFill>
                <a:latin typeface="Microsoft YaHei"/>
              </a:defRPr>
            </a:pPr>
            <a:r>
              <a:t>AI 教学助手自动生成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3C6D"/>
                </a:solidFill>
                <a:latin typeface="Microsoft YaHei"/>
              </a:defRPr>
            </a:pPr>
            <a:r>
              <a:t>课程大纲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188720"/>
            <a:ext cx="3657600" cy="381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1. 导入 (5分钟)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2. 新知讲解 (20分钟)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3. 练习巩固 (15分钟)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718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4. 总结 (5分钟)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C6D"/>
                </a:solidFill>
                <a:latin typeface="Microsoft YaHei"/>
              </a:defRPr>
            </a:pPr>
            <a:r>
              <a:t>01  导入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81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通过一个简单的程序例子（如打印'Hello, World!'）引入今天的主题——Python的基础语法。解释为什么学习Python对未来的软件开发、数据分析等领域非常重要。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C6D"/>
                </a:solidFill>
                <a:latin typeface="Microsoft YaHei"/>
              </a:defRPr>
            </a:pPr>
            <a:r>
              <a:t>02  新知讲解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81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介绍变量的定义与使用方法；基本数据类型（整型int, 浮点型float, 字符串str）及其转换；条件语句if-else结构；循环语句for和while的基本用法。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C6D"/>
                </a:solidFill>
                <a:latin typeface="Microsoft YaHei"/>
              </a:defRPr>
            </a:pPr>
            <a:r>
              <a:t>03  练习巩固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81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设计几个小练习让学生实践所学知识，比如编写一个小程序来判断用户输入的年份是否为闰年；或者创建一个简单的数字猜谜游戏等。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C6D"/>
                </a:solidFill>
                <a:latin typeface="Microsoft YaHei"/>
              </a:defRPr>
            </a:pPr>
            <a:r>
              <a:t>04  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81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回顾今天学到的关键概念，并强调这些基础知识对于进一步学习更复杂编程技巧的重要性。鼓励学生课后继续探索Python的相关资源。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