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 b="1">
                <a:solidFill>
                  <a:srgbClr val="7170FF"/>
                </a:solidFill>
                <a:latin typeface="Microsoft YaHei"/>
              </a:defRPr>
            </a:pPr>
            <a:r>
              <a:t>Transformer架构详解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00400"/>
            <a:ext cx="393192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9D71FF"/>
                </a:solidFill>
                <a:latin typeface="Microsoft YaHei"/>
              </a:defRPr>
            </a:pPr>
            <a:r>
              <a:t>AI 教学助手自动生成 | 共约 18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7170FF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36576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01  导入环节  (5分钟)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02  Self-Attention原理  (15分钟)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3969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03  课堂练习  (10分钟)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2374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04  总结  (5分钟)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 导入环节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回顾：RNN的序列依赖问题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回顾RNN局限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 导入环节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Attention思想的起源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18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 引入Attention概念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 导入环节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本节学习目标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课程目标说明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Self-Attention原理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Q/K/V矩阵的物理意义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QKV矩阵物理意义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Self-Attention原理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注意力分数公式推导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18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 注意力分数计算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Self-Attention原理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缩放因子的必要性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缩放因子作用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Self-Attention原理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多头注意力的并行化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18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 多头注意力设计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Self-Attention原理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Self-Attention代码示例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 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练习1: 实现Scaled Dot-Product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18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 PyTorch实现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 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练习2: 可视化注意力热力图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18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 可视化注意力权重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 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练习3: 对比1头vs8头效果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对比单头多头效果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 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练习4: 分析计算复杂度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核心知识点回顾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18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 知识点回顾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Transformer vs RNN优势对比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并行计算优势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7170FF"/>
                </a:solidFill>
                <a:latin typeface="Microsoft YaHei"/>
              </a:defRPr>
            </a:pPr>
            <a:r>
              <a:t>延伸：BERT与GPT的架构差异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74320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0058400" cy="502920"/>
          </a:xfrm>
          <a:prstGeom prst="roundRect">
            <a:avLst/>
          </a:prstGeom>
          <a:solidFill>
            <a:srgbClr val="18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76200"/>
          <a:lstStyle/>
          <a:p>
            <a:pPr algn="ctr"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   引申BERT/GPT架构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7170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286000"/>
            <a:ext cx="3017520" cy="38100"/>
          </a:xfrm>
          <a:prstGeom prst="rect">
            <a:avLst/>
          </a:prstGeom>
          <a:solidFill>
            <a:srgbClr val="717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本节课主要内容已全部呈现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Microsoft YaHei"/>
              </a:defRPr>
            </a:pPr>
            <a:r>
              <a:t>祝教学顺利！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D71FF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