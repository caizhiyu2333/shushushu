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000" b="1">
                <a:solidFill>
                  <a:srgbClr val="1A3C6D"/>
                </a:solidFill>
                <a:latin typeface="Microsoft YaHei"/>
              </a:defRPr>
            </a:pPr>
            <a:r>
              <a:t>理解CNN与GNN原理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200400"/>
            <a:ext cx="393192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2B7AC2"/>
                </a:solidFill>
                <a:latin typeface="Microsoft YaHei"/>
              </a:defRPr>
            </a:pPr>
            <a:r>
              <a:t>AI 教学助手自动生成 | 共约 9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1A3C6D"/>
                </a:solidFill>
                <a:latin typeface="Microsoft YaHei"/>
              </a:defRPr>
            </a:pPr>
            <a:r>
              <a:t>课程目录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36576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01  引言：深度学习概览  (5分钟)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02  卷积神经网络(CNN)概述  (10分钟)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3969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03  案例研究：使用CNN进行手写数字识别  (5分钟)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2374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04  图神经网络(GNN)入门  (10分钟)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07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05  实战演练：基于GNN的社会关系预测  (5分钟)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06  总结与展望  (5分钟)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  引言：深度学习概览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引言：深度学习概览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本节将简要介绍深度学习的基本概念，包括神经网络的结构、工作原理以及为何它在处理复杂数据时如此有效。通过回顾监督学习与无监督学习的区别，我们将为后续讨论卷积神经网络(CNN)和图神经网络(GNN)打下基础。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深度学习简介: 定义及发展历程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神经网络基本架构: 输入层、隐藏层、输出层的作用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监督学习与非监督学习对比: 应用场景与优缺点分析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从传统机器学习到深度学习: 技术进步带来的变化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 卷积神经网络(CNN)概述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卷积神经网络(CNN)概述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本部分深入探讨了CNN的核心概念及其在图像识别中的应用。首先定义了卷积操作的本质，并解释了如何利用卷积核提取特征；接着介绍了池化层的功能，即减少参数数量同时保留重要信息；最后，讨论了全连接层如何整合所有提取的信息以做出最终决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87168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卷积运算解析: 特征提取机制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54096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池化过程详解: 下采样技术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21024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全连接层作用: 分类任务中的角色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87952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CNN的应用领域: 从面部识别到医学影像分析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 案例研究：使用CNN进行手写数字识别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案例研究：使用CNN进行手写数字识别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通过一个具体的例子——MNIST数据集上的手写数字分类问题，展示CNN的实际应用。此环节不仅涵盖了模型构建步骤（如选择合适的架构、调整超参数），还强调了训练过程中遇到的挑战及解决方案。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MNIST数据集介绍: 数据准备阶段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构建适合MNIST的CNN模型: 层次设计原则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超参数调优策略: 学习率、批次大小等的选择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训练过程中的常见问题及解决方法: 过拟合、梯度消失等问题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 图神经网络(GNN)入门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图神经网络(GNN)入门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本节开始探索GNN这一新兴领域，旨在让学生理解其独特之处。GNN允许直接对图结构数据进行操作，这使得它们非常适合社交网络分析或分子化学等领域。我们将讨论GNN的工作方式，包括消息传递机制和聚合函数，以及这些组件如何共同作用来捕获节点间的关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87168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图数据的特点: 不规则性和高维度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54096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GNN核心思想: 消息传递框架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21024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聚合函数的作用: 汇总邻居信息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87952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GNN适用范围: 社交媒体、生物信息学等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05  实战演练：基于GNN的社会关系预测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实战演练：基于GNN的社会关系预测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通过一个实际项目，学生将有机会亲手实现一个简单的GNN模型用于预测社会网络中的人物关系。这不仅帮助巩固理论知识，也提供了宝贵的实践经验。项目涉及数据预处理、模型创建、训练直至评估整个流程。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87168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准备社会网络数据: 清洗与格式转换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54096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设计适用于该任务的GNN架构: 选取适当的层类型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21024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实施训练循环: 包括前向传播与反向传播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87952"/>
            <a:ext cx="10058400" cy="50292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 - 性能评估指标: 准确率、召回率等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06 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A3C6D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课程结束之际，我们将回顾今天学到的所有内容，确保每位同学都掌握了CNN与GNN的基本原理。此外，还将简要介绍这两种技术未来可能的发展方向，激发大家对未来研究的兴趣。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今日所学要点回顾: CNN与GNN的关键区别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当前面临的主要挑战: 如何改进现有算法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未来发展趋势: 新兴应用场景和技术突破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- 结语: 鼓励持续学习与创新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000" b="1">
                <a:solidFill>
                  <a:srgbClr val="1A3C6D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286000"/>
            <a:ext cx="301752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本节课主要内容已全部呈现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祝教学顺利！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B7AC2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