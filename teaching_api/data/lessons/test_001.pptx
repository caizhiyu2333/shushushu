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A3C6D"/>
                </a:solidFill>
                <a:latin typeface="Microsoft YaHei"/>
              </a:defRPr>
            </a:pPr>
            <a:r>
              <a:t>Transformer架构详解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91840"/>
            <a:ext cx="393192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B7AC2"/>
                </a:solidFill>
                <a:latin typeface="Microsoft YaHei"/>
              </a:defRPr>
            </a:pPr>
            <a:r>
              <a:t>AI 教学助手自动生成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6D"/>
                </a:solidFill>
                <a:latin typeface="Microsoft YaHei"/>
              </a:defRPr>
            </a:pPr>
            <a:r>
              <a:t>课程大纲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36576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1. 导入环节 (5分钟)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2. Self-Attention原理 (20分钟)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3. 课堂练习 (15分钟)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4. 总结与答疑 (5分钟)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C6D"/>
                </a:solidFill>
                <a:latin typeface="Microsoft YaHei"/>
              </a:defRPr>
            </a:pPr>
            <a:r>
              <a:t>01  导入环节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回顾RNN和LSTM的局限性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引入注意力机制的概念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通过类比解释并行计算优势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C6D"/>
                </a:solidFill>
                <a:latin typeface="Microsoft YaHei"/>
              </a:defRPr>
            </a:pPr>
            <a:r>
              <a:t>02  Self-Attention原理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Q/K/V矩阵的物理意义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注意力分数计算: softmax(QK^T/√dk)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缩放因子的作用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多头注意力的设计思想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C6D"/>
                </a:solidFill>
                <a:latin typeface="Microsoft YaHei"/>
              </a:defRPr>
            </a:pPr>
            <a:r>
              <a:t>03  课堂练习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使用PyTorch实现Self-Attention层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可视化注意力权重矩阵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对比单头和多头注意力的效果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C6D"/>
                </a:solidFill>
                <a:latin typeface="Microsoft YaHei"/>
              </a:defRPr>
            </a:pPr>
            <a:r>
              <a:t>04  总结与答疑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核心知识点回顾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Self-Attention的并行计算优势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Transformer相比RNN的革命性改进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