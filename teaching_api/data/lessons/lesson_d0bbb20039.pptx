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A3C6D"/>
                </a:solidFill>
                <a:latin typeface="Microsoft YaHei"/>
              </a:defRPr>
            </a:pPr>
            <a:r>
              <a:t>理解人工智能通识课程 - 编程：大模型底座如CNN部分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91840"/>
            <a:ext cx="393192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B7AC2"/>
                </a:solidFill>
                <a:latin typeface="Microsoft YaHei"/>
              </a:defRPr>
            </a:pPr>
            <a:r>
              <a:t>AI 教学助手自动生成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6D"/>
                </a:solidFill>
                <a:latin typeface="Microsoft YaHei"/>
              </a:defRPr>
            </a:pPr>
            <a:r>
              <a:t>课程大纲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36576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1. 导入环节 (5分钟)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2. 新知讲解 (20分钟)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3. 练习巩固 (15分钟)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4. 总结回顾 (5分钟)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01  导入环节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通过简短介绍机器学习在当今社会的应用实例来激发学生兴趣，比如自动驾驶、图像识别等。接着引入本节课的主题——卷积神经网络(CNN)及其作为AI模型基础的重要性。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02  新知讲解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详细解释什么是卷积神经网络（Convolutional Neural Networks, CNN），包括其结构特点（卷积层、池化层）、工作原理以及为何适用于处理图像数据等问题。同时，简要对比其他类型的神经网络，强调CNN的优势。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03  练习巩固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设计一些基于案例的学习活动，让学生尝试使用Python编程语言实现一个简单的CNN模型。提供必要的代码片段和数据集链接，并鼓励学生调整参数观察结果变化。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C6D"/>
                </a:solidFill>
                <a:latin typeface="Microsoft YaHei"/>
              </a:defRPr>
            </a:pPr>
            <a:r>
              <a:t>04  总结回顾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1A3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回顾今天所学内容的关键点，再次强调CNN的特点及应用场景。邀请几位同学分享他们的实践体验或遇到的问题与解决方案。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