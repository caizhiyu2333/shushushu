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1A3C6D"/>
                </a:solidFill>
                <a:latin typeface="Microsoft YaHei"/>
              </a:defRPr>
            </a:pPr>
            <a:r>
              <a:t>CNN与GNN原理详解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9319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B7AC2"/>
                </a:solidFill>
                <a:latin typeface="Microsoft YaHei"/>
              </a:defRPr>
            </a:pPr>
            <a:r>
              <a:t>AI 教学助手自动生成 | 共约 9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36576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01  课程介绍与目标设定  (5分钟)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02  CNN基础概念  (10分钟)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396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03  CNN工作流程解析  (8分钟)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2374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04  GNN入门指南  (7分钟)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07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05  GNN关键技术点  (8分钟)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06  比较与讨论：CNN vs GNN  (7分钟)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 课程介绍与目标设定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课程介绍与目标设定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本节课将深入探讨卷积神经网络(CNN)和图神经网络(GNN)的基本原理及其在现代计算机视觉、自然语言处理等领域中的应用。通过本节课的学习，学生能够理解这两种模型的工作机制，掌握它们各自的优势以及适用场景，并能够基于这些知识进行简单的项目实践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CNN定义: 一种模仿生物视觉感知机制设计的深度学习模型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GNN概述: 用于处理具有复杂结构数据如社交网络、分子结构等的神经网络架构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学习成果预期: 能够识别并描述两种模型的关键组成部分；了解如何根据问题选择合适的模型类型。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CNN基础概念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A3C6D"/>
                </a:solidFill>
                <a:latin typeface="Microsoft YaHei"/>
              </a:defRPr>
            </a:pPr>
            <a:r>
              <a:t>CNN基础概念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2860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卷积神经网络由多个层组成，主要包括输入层、卷积层、池化层、全连接层等。每种类型的层都有其特定的功能，共同作用于图像或其他形式的数据上以提取特征信息。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- 输入层: 接收原始数据作为输入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- 卷积层: 使用卷积核对输入执行卷积操作，从而捕捉局部特征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- 池化层: 降低特征图的空间维度，减少计算量同时保留重要信息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- 全连接层: 将前面所有层学到的信息整合起来做出最终预测或分类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CNN工作流程解析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CNN工作流程解析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从输入到输出，CNN经历了一系列变换过程。首先，输入图像经过若干个卷积层和池化层，期间会逐渐增加通道数而减少空间尺寸。接着，通过扁平化处理将多维张量转换成一维向量，然后送入全连接层进行分类或回归任务。整个过程中，卷积层负责发现局部特征模式，而池化层则有助于增强模型对于小位移和平移变化的鲁棒性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数据预处理: 图像标准化、缩放等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特征提取: 通过卷积运算识别边缘、纹理等低级特征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维度缩减: 利用池化技术减少参数数量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决策制定: 在全连接层中综合所有信息作出判断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 GNN入门指南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A3C6D"/>
                </a:solidFill>
                <a:latin typeface="Microsoft YaHei"/>
              </a:defRPr>
            </a:pPr>
            <a:r>
              <a:t>GNN入门指南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2860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与传统的神经网络不同，图神经网络专门针对非欧几里得数据（例如图）进行了优化。它通过节点之间的消息传递机制来学习表示，适用于诸如推荐系统、化学分子分析等多种应用场景。GNN的核心思想是利用邻居节点的信息来更新当前节点的状态，进而实现全局信息的有效传播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- 图数据的特点: 无序、可变大小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- 消息传递框架: 如何收集并聚合来自邻居节点的信息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- 应用领域: 社交网络分析、蛋白质结构预测等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93192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 GNN关键技术点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GNN关键技术点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要构建有效的GNN模型，有几个关键的技术点需要注意。首先是邻接矩阵的选择，它决定了哪些节点之间可以交换信息。其次是聚合函数的设计，用来决定如何合并来自不同邻居的信息。最后，还涉及到状态更新规则，即如何根据新收到的信息调整节点自身的表示。这些因素共同影响着GNN的表现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邻接矩阵的意义: 定义了图的拓扑结构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54096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聚合策略: 平均池化、最大池化、加权求和等方法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21024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更新公式: 如何基于邻居贡献更新节点嵌入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 比较与讨论：CNN vs 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比较与讨论：CNN vs GNN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尽管CNN和GNN都是强大的深度学习工具，但它们解决的问题类型存在显著差异。CNN擅长处理网格状数据，如图片；而GNN则更适合处理非结构化数据，比如图。此外，在计算效率方面，由于GNN需要处理任意形状的图，因此通常比CNN更耗时。然而，对于某些特定的任务，GNN能够提供更加准确的结果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结构对比: 网格vs图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性能考量: 时间复杂度、内存占用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应用场景匹配: 根据问题特性选择合适模型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30175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本节课主要内容已全部呈现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祝教学顺利！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